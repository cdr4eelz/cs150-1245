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83" autoAdjust="0"/>
    <p:restoredTop sz="94660"/>
  </p:normalViewPr>
  <p:slideViewPr>
    <p:cSldViewPr snapToGrid="0">
      <p:cViewPr varScale="1">
        <p:scale>
          <a:sx n="61" d="100"/>
          <a:sy n="61" d="100"/>
        </p:scale>
        <p:origin x="37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AF2D77-2CC4-4139-B2C6-C945E1ED1EF5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3D4F21E-4D86-48C9-82EE-98CB09CDC2D5}">
      <dgm:prSet phldrT="[Text]"/>
      <dgm:spPr/>
      <dgm:t>
        <a:bodyPr/>
        <a:lstStyle/>
        <a:p>
          <a:r>
            <a:rPr lang="en-US" dirty="0"/>
            <a:t>Convenience</a:t>
          </a:r>
        </a:p>
      </dgm:t>
    </dgm:pt>
    <dgm:pt modelId="{2A4EB8CD-AC9A-49F1-9CD6-A1D37517FD71}" type="parTrans" cxnId="{161D9B9D-C1E2-49DF-87FA-F2C191326E73}">
      <dgm:prSet/>
      <dgm:spPr/>
      <dgm:t>
        <a:bodyPr/>
        <a:lstStyle/>
        <a:p>
          <a:endParaRPr lang="en-US"/>
        </a:p>
      </dgm:t>
    </dgm:pt>
    <dgm:pt modelId="{6452B224-3C4A-4395-BF4D-038F17AD8DBC}" type="sibTrans" cxnId="{161D9B9D-C1E2-49DF-87FA-F2C191326E73}">
      <dgm:prSet/>
      <dgm:spPr/>
      <dgm:t>
        <a:bodyPr/>
        <a:lstStyle/>
        <a:p>
          <a:endParaRPr lang="en-US"/>
        </a:p>
      </dgm:t>
    </dgm:pt>
    <dgm:pt modelId="{AF9355A3-4D4B-43F1-A040-6FD8C02F6F2C}">
      <dgm:prSet phldrT="[Text]"/>
      <dgm:spPr/>
      <dgm:t>
        <a:bodyPr/>
        <a:lstStyle/>
        <a:p>
          <a:r>
            <a:rPr lang="en-US" dirty="0"/>
            <a:t>Existing Company-X codebase/libraries</a:t>
          </a:r>
        </a:p>
      </dgm:t>
    </dgm:pt>
    <dgm:pt modelId="{EC46994A-5CCD-4D92-AD06-3D3A664646CD}" type="parTrans" cxnId="{43A5B568-852E-4A59-96A8-C62AB153C32B}">
      <dgm:prSet/>
      <dgm:spPr/>
      <dgm:t>
        <a:bodyPr/>
        <a:lstStyle/>
        <a:p>
          <a:endParaRPr lang="en-US"/>
        </a:p>
      </dgm:t>
    </dgm:pt>
    <dgm:pt modelId="{F07155A9-DEE0-4616-B933-E43124F9DD62}" type="sibTrans" cxnId="{43A5B568-852E-4A59-96A8-C62AB153C32B}">
      <dgm:prSet/>
      <dgm:spPr/>
      <dgm:t>
        <a:bodyPr/>
        <a:lstStyle/>
        <a:p>
          <a:endParaRPr lang="en-US"/>
        </a:p>
      </dgm:t>
    </dgm:pt>
    <dgm:pt modelId="{52511E42-9D78-4961-AB87-EF6904282BBF}">
      <dgm:prSet phldrT="[Text]"/>
      <dgm:spPr/>
      <dgm:t>
        <a:bodyPr/>
        <a:lstStyle/>
        <a:p>
          <a:r>
            <a:rPr lang="en-US" dirty="0"/>
            <a:t>Rapid &amp; familiar development "flow"</a:t>
          </a:r>
        </a:p>
      </dgm:t>
    </dgm:pt>
    <dgm:pt modelId="{13960057-C918-4BBB-9A1F-AC9B414FB751}" type="parTrans" cxnId="{BEC23FE8-652A-4A6C-AEBF-27413A2FBF02}">
      <dgm:prSet/>
      <dgm:spPr/>
      <dgm:t>
        <a:bodyPr/>
        <a:lstStyle/>
        <a:p>
          <a:endParaRPr lang="en-US"/>
        </a:p>
      </dgm:t>
    </dgm:pt>
    <dgm:pt modelId="{67390BC9-7DEF-44C5-93F1-8B31F4F1EFCB}" type="sibTrans" cxnId="{BEC23FE8-652A-4A6C-AEBF-27413A2FBF02}">
      <dgm:prSet/>
      <dgm:spPr/>
      <dgm:t>
        <a:bodyPr/>
        <a:lstStyle/>
        <a:p>
          <a:endParaRPr lang="en-US"/>
        </a:p>
      </dgm:t>
    </dgm:pt>
    <dgm:pt modelId="{27878961-7A32-4C9B-9901-BFD34ABF795E}">
      <dgm:prSet phldrT="[Text]"/>
      <dgm:spPr/>
      <dgm:t>
        <a:bodyPr/>
        <a:lstStyle/>
        <a:p>
          <a:r>
            <a:rPr lang="en-US" dirty="0"/>
            <a:t>Optimization Impacts</a:t>
          </a:r>
        </a:p>
      </dgm:t>
    </dgm:pt>
    <dgm:pt modelId="{A302F7F4-5F0D-4216-A348-DF2A98D5A8B1}" type="parTrans" cxnId="{ECE72F2A-DAD9-483F-9020-208827D601CA}">
      <dgm:prSet/>
      <dgm:spPr/>
      <dgm:t>
        <a:bodyPr/>
        <a:lstStyle/>
        <a:p>
          <a:endParaRPr lang="en-US"/>
        </a:p>
      </dgm:t>
    </dgm:pt>
    <dgm:pt modelId="{001BFEBC-BEF2-406F-ACB2-677B66F16A85}" type="sibTrans" cxnId="{ECE72F2A-DAD9-483F-9020-208827D601CA}">
      <dgm:prSet/>
      <dgm:spPr/>
      <dgm:t>
        <a:bodyPr/>
        <a:lstStyle/>
        <a:p>
          <a:endParaRPr lang="en-US"/>
        </a:p>
      </dgm:t>
    </dgm:pt>
    <dgm:pt modelId="{BB3B5ED8-2845-46A2-811C-B9EF5E472DAF}">
      <dgm:prSet phldrT="[Text]"/>
      <dgm:spPr/>
      <dgm:t>
        <a:bodyPr/>
        <a:lstStyle/>
        <a:p>
          <a:r>
            <a:rPr lang="en-US" dirty="0"/>
            <a:t>Non-intuitive/fragile code tricks</a:t>
          </a:r>
        </a:p>
      </dgm:t>
    </dgm:pt>
    <dgm:pt modelId="{194E4841-61CD-4D7C-8873-959E430D9D8F}" type="parTrans" cxnId="{87C0B084-7115-4BBB-8F37-FB4EDBEC20E7}">
      <dgm:prSet/>
      <dgm:spPr/>
      <dgm:t>
        <a:bodyPr/>
        <a:lstStyle/>
        <a:p>
          <a:endParaRPr lang="en-US"/>
        </a:p>
      </dgm:t>
    </dgm:pt>
    <dgm:pt modelId="{53EC5FB6-1AF6-49CD-ACC1-F04A47CDF607}" type="sibTrans" cxnId="{87C0B084-7115-4BBB-8F37-FB4EDBEC20E7}">
      <dgm:prSet/>
      <dgm:spPr/>
      <dgm:t>
        <a:bodyPr/>
        <a:lstStyle/>
        <a:p>
          <a:endParaRPr lang="en-US"/>
        </a:p>
      </dgm:t>
    </dgm:pt>
    <dgm:pt modelId="{DDC7FF80-9471-479F-AD45-FBFA658D22D5}">
      <dgm:prSet phldrT="[Text]"/>
      <dgm:spPr/>
      <dgm:t>
        <a:bodyPr/>
        <a:lstStyle/>
        <a:p>
          <a:r>
            <a:rPr lang="en-US" sz="3400" dirty="0"/>
            <a:t>Distract from primary focus</a:t>
          </a:r>
        </a:p>
      </dgm:t>
    </dgm:pt>
    <dgm:pt modelId="{E2B7D289-A060-4A1F-B4D6-623041A864FB}" type="parTrans" cxnId="{645450E7-40B1-4080-9B1A-2A7736ADAC01}">
      <dgm:prSet/>
      <dgm:spPr/>
      <dgm:t>
        <a:bodyPr/>
        <a:lstStyle/>
        <a:p>
          <a:endParaRPr lang="en-US"/>
        </a:p>
      </dgm:t>
    </dgm:pt>
    <dgm:pt modelId="{9A208D46-EB2B-49EA-A6E7-464556AD68C3}" type="sibTrans" cxnId="{645450E7-40B1-4080-9B1A-2A7736ADAC01}">
      <dgm:prSet/>
      <dgm:spPr/>
      <dgm:t>
        <a:bodyPr/>
        <a:lstStyle/>
        <a:p>
          <a:endParaRPr lang="en-US"/>
        </a:p>
      </dgm:t>
    </dgm:pt>
    <dgm:pt modelId="{5C66E132-127B-483A-848D-1B8D63D3245C}">
      <dgm:prSet phldrT="[Text]"/>
      <dgm:spPr/>
      <dgm:t>
        <a:bodyPr/>
        <a:lstStyle/>
        <a:p>
          <a:r>
            <a:rPr lang="en-US" dirty="0"/>
            <a:t>Complicate validation tests</a:t>
          </a:r>
        </a:p>
      </dgm:t>
    </dgm:pt>
    <dgm:pt modelId="{683D36E3-BA8C-48E1-9AF3-69F3E04F6ED1}" type="parTrans" cxnId="{BA32E8DE-DF3A-4E67-AADF-16D17F514E3E}">
      <dgm:prSet/>
      <dgm:spPr/>
      <dgm:t>
        <a:bodyPr/>
        <a:lstStyle/>
        <a:p>
          <a:endParaRPr lang="en-US"/>
        </a:p>
      </dgm:t>
    </dgm:pt>
    <dgm:pt modelId="{81BF532C-CDAE-474A-AEF0-AB181F236D68}" type="sibTrans" cxnId="{BA32E8DE-DF3A-4E67-AADF-16D17F514E3E}">
      <dgm:prSet/>
      <dgm:spPr/>
      <dgm:t>
        <a:bodyPr/>
        <a:lstStyle/>
        <a:p>
          <a:endParaRPr lang="en-US"/>
        </a:p>
      </dgm:t>
    </dgm:pt>
    <dgm:pt modelId="{37FCD990-0472-48EE-BA47-E180D0C711C8}">
      <dgm:prSet phldrT="[Text]"/>
      <dgm:spPr/>
      <dgm:t>
        <a:bodyPr/>
        <a:lstStyle/>
        <a:p>
          <a:r>
            <a:rPr lang="en-US" dirty="0" err="1"/>
            <a:t>Timeslicing</a:t>
          </a:r>
          <a:r>
            <a:rPr lang="en-US" dirty="0"/>
            <a:t> to address Latency</a:t>
          </a:r>
        </a:p>
      </dgm:t>
    </dgm:pt>
    <dgm:pt modelId="{4FAD395E-F19B-4104-A21E-127C4305DCF8}" type="parTrans" cxnId="{C796A9CB-EF11-42A0-A3DE-5AF664675471}">
      <dgm:prSet/>
      <dgm:spPr/>
      <dgm:t>
        <a:bodyPr/>
        <a:lstStyle/>
        <a:p>
          <a:endParaRPr lang="en-US"/>
        </a:p>
      </dgm:t>
    </dgm:pt>
    <dgm:pt modelId="{545F7CFA-7A50-47FA-9633-DA9198D9B431}" type="sibTrans" cxnId="{C796A9CB-EF11-42A0-A3DE-5AF664675471}">
      <dgm:prSet/>
      <dgm:spPr/>
      <dgm:t>
        <a:bodyPr/>
        <a:lstStyle/>
        <a:p>
          <a:endParaRPr lang="en-US"/>
        </a:p>
      </dgm:t>
    </dgm:pt>
    <dgm:pt modelId="{9E02E3FC-A574-4D41-841E-E45C7A63A702}">
      <dgm:prSet phldrT="[Text]"/>
      <dgm:spPr/>
      <dgm:t>
        <a:bodyPr/>
        <a:lstStyle/>
        <a:p>
          <a:r>
            <a:rPr lang="en-US" sz="3400" dirty="0"/>
            <a:t>Inherently complex</a:t>
          </a:r>
        </a:p>
      </dgm:t>
    </dgm:pt>
    <dgm:pt modelId="{9DF18856-76D2-4793-BF9E-7A840B0A8356}" type="parTrans" cxnId="{E99A5D1E-9677-4A74-BA67-39BBD5767656}">
      <dgm:prSet/>
      <dgm:spPr/>
      <dgm:t>
        <a:bodyPr/>
        <a:lstStyle/>
        <a:p>
          <a:endParaRPr lang="en-US"/>
        </a:p>
      </dgm:t>
    </dgm:pt>
    <dgm:pt modelId="{BEFCAC09-E2D9-4581-887A-8092661B239D}" type="sibTrans" cxnId="{E99A5D1E-9677-4A74-BA67-39BBD5767656}">
      <dgm:prSet/>
      <dgm:spPr/>
      <dgm:t>
        <a:bodyPr/>
        <a:lstStyle/>
        <a:p>
          <a:endParaRPr lang="en-US"/>
        </a:p>
      </dgm:t>
    </dgm:pt>
    <dgm:pt modelId="{069844D1-C5CF-469D-BFD3-1558BA595F57}">
      <dgm:prSet phldrT="[Text]"/>
      <dgm:spPr/>
      <dgm:t>
        <a:bodyPr/>
        <a:lstStyle/>
        <a:p>
          <a:r>
            <a:rPr lang="en-US" dirty="0"/>
            <a:t>Overhead (context switching)</a:t>
          </a:r>
        </a:p>
      </dgm:t>
    </dgm:pt>
    <dgm:pt modelId="{F6AFB8FD-3D2D-4432-BF78-4F7E8CB74633}" type="parTrans" cxnId="{917832F8-B502-4C69-81D2-D1856792457A}">
      <dgm:prSet/>
      <dgm:spPr/>
    </dgm:pt>
    <dgm:pt modelId="{A2C9C93D-CC56-4FE5-9A46-2682F0EBA179}" type="sibTrans" cxnId="{917832F8-B502-4C69-81D2-D1856792457A}">
      <dgm:prSet/>
      <dgm:spPr/>
    </dgm:pt>
    <dgm:pt modelId="{DEB77BC4-44CA-4744-87D5-B64E77E39E56}">
      <dgm:prSet phldrT="[Text]"/>
      <dgm:spPr/>
      <dgm:t>
        <a:bodyPr/>
        <a:lstStyle/>
        <a:p>
          <a:r>
            <a:rPr lang="en-US" dirty="0"/>
            <a:t>Difficult to guarantee (non RTOS)</a:t>
          </a:r>
        </a:p>
      </dgm:t>
    </dgm:pt>
    <dgm:pt modelId="{74A63288-CAAB-4E7D-A9E6-5F75190A764F}" type="parTrans" cxnId="{2603EDA6-64FF-4758-92A6-5D4545FD504E}">
      <dgm:prSet/>
      <dgm:spPr/>
    </dgm:pt>
    <dgm:pt modelId="{8D98A6E5-1A0C-407A-BDA2-598D321B7871}" type="sibTrans" cxnId="{2603EDA6-64FF-4758-92A6-5D4545FD504E}">
      <dgm:prSet/>
      <dgm:spPr/>
    </dgm:pt>
    <dgm:pt modelId="{57F6C0EA-6CA0-4EF4-819C-7A2671BE9781}" type="pres">
      <dgm:prSet presAssocID="{D4AF2D77-2CC4-4139-B2C6-C945E1ED1EF5}" presName="linearFlow" presStyleCnt="0">
        <dgm:presLayoutVars>
          <dgm:dir/>
          <dgm:animLvl val="lvl"/>
          <dgm:resizeHandles val="exact"/>
        </dgm:presLayoutVars>
      </dgm:prSet>
      <dgm:spPr/>
    </dgm:pt>
    <dgm:pt modelId="{9804F760-15AD-4271-A0A2-521C28F49798}" type="pres">
      <dgm:prSet presAssocID="{D3D4F21E-4D86-48C9-82EE-98CB09CDC2D5}" presName="composite" presStyleCnt="0"/>
      <dgm:spPr/>
    </dgm:pt>
    <dgm:pt modelId="{BD2766A5-705D-41EB-B20E-D843D3D1AD62}" type="pres">
      <dgm:prSet presAssocID="{D3D4F21E-4D86-48C9-82EE-98CB09CDC2D5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408D06D9-DFFF-4533-BC1C-0378260C04BE}" type="pres">
      <dgm:prSet presAssocID="{D3D4F21E-4D86-48C9-82EE-98CB09CDC2D5}" presName="descendantText" presStyleLbl="alignAcc1" presStyleIdx="0" presStyleCnt="3">
        <dgm:presLayoutVars>
          <dgm:bulletEnabled val="1"/>
        </dgm:presLayoutVars>
      </dgm:prSet>
      <dgm:spPr/>
    </dgm:pt>
    <dgm:pt modelId="{E833BDC9-2EC0-4518-8F4D-D7E9AA40B3ED}" type="pres">
      <dgm:prSet presAssocID="{6452B224-3C4A-4395-BF4D-038F17AD8DBC}" presName="sp" presStyleCnt="0"/>
      <dgm:spPr/>
    </dgm:pt>
    <dgm:pt modelId="{5DB6D9FA-46E3-40B6-A499-D2A88A38CABD}" type="pres">
      <dgm:prSet presAssocID="{27878961-7A32-4C9B-9901-BFD34ABF795E}" presName="composite" presStyleCnt="0"/>
      <dgm:spPr/>
    </dgm:pt>
    <dgm:pt modelId="{399A09A1-B9FE-43A2-A5E4-FF8D9A216055}" type="pres">
      <dgm:prSet presAssocID="{27878961-7A32-4C9B-9901-BFD34ABF795E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0EE24074-74C5-43E7-900E-8A2D37E9FE0E}" type="pres">
      <dgm:prSet presAssocID="{27878961-7A32-4C9B-9901-BFD34ABF795E}" presName="descendantText" presStyleLbl="alignAcc1" presStyleIdx="1" presStyleCnt="3">
        <dgm:presLayoutVars>
          <dgm:bulletEnabled val="1"/>
        </dgm:presLayoutVars>
      </dgm:prSet>
      <dgm:spPr/>
    </dgm:pt>
    <dgm:pt modelId="{604B8972-8F24-458F-B71E-9BB23DDA4FA8}" type="pres">
      <dgm:prSet presAssocID="{001BFEBC-BEF2-406F-ACB2-677B66F16A85}" presName="sp" presStyleCnt="0"/>
      <dgm:spPr/>
    </dgm:pt>
    <dgm:pt modelId="{25B4A905-F3F0-4912-A153-37A3583AE2CF}" type="pres">
      <dgm:prSet presAssocID="{37FCD990-0472-48EE-BA47-E180D0C711C8}" presName="composite" presStyleCnt="0"/>
      <dgm:spPr/>
    </dgm:pt>
    <dgm:pt modelId="{68577288-3054-44F8-86FB-A0B451AB83CC}" type="pres">
      <dgm:prSet presAssocID="{37FCD990-0472-48EE-BA47-E180D0C711C8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B7753703-C6A2-46DF-8331-45CCC06039A6}" type="pres">
      <dgm:prSet presAssocID="{37FCD990-0472-48EE-BA47-E180D0C711C8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CAE71B01-7619-4792-A082-3C3C77EE8892}" type="presOf" srcId="{D3D4F21E-4D86-48C9-82EE-98CB09CDC2D5}" destId="{BD2766A5-705D-41EB-B20E-D843D3D1AD62}" srcOrd="0" destOrd="0" presId="urn:microsoft.com/office/officeart/2005/8/layout/chevron2"/>
    <dgm:cxn modelId="{87AC8717-38AA-40B6-8BE8-6FE8202F09DD}" type="presOf" srcId="{52511E42-9D78-4961-AB87-EF6904282BBF}" destId="{408D06D9-DFFF-4533-BC1C-0378260C04BE}" srcOrd="0" destOrd="1" presId="urn:microsoft.com/office/officeart/2005/8/layout/chevron2"/>
    <dgm:cxn modelId="{A9E4471B-BD1A-4C32-80DE-8EAF9EFF874C}" type="presOf" srcId="{DEB77BC4-44CA-4744-87D5-B64E77E39E56}" destId="{B7753703-C6A2-46DF-8331-45CCC06039A6}" srcOrd="0" destOrd="2" presId="urn:microsoft.com/office/officeart/2005/8/layout/chevron2"/>
    <dgm:cxn modelId="{E99A5D1E-9677-4A74-BA67-39BBD5767656}" srcId="{37FCD990-0472-48EE-BA47-E180D0C711C8}" destId="{9E02E3FC-A574-4D41-841E-E45C7A63A702}" srcOrd="0" destOrd="0" parTransId="{9DF18856-76D2-4793-BF9E-7A840B0A8356}" sibTransId="{BEFCAC09-E2D9-4581-887A-8092661B239D}"/>
    <dgm:cxn modelId="{ECE72F2A-DAD9-483F-9020-208827D601CA}" srcId="{D4AF2D77-2CC4-4139-B2C6-C945E1ED1EF5}" destId="{27878961-7A32-4C9B-9901-BFD34ABF795E}" srcOrd="1" destOrd="0" parTransId="{A302F7F4-5F0D-4216-A348-DF2A98D5A8B1}" sibTransId="{001BFEBC-BEF2-406F-ACB2-677B66F16A85}"/>
    <dgm:cxn modelId="{88DC9430-9CAA-4402-8E02-D2EF670D7912}" type="presOf" srcId="{27878961-7A32-4C9B-9901-BFD34ABF795E}" destId="{399A09A1-B9FE-43A2-A5E4-FF8D9A216055}" srcOrd="0" destOrd="0" presId="urn:microsoft.com/office/officeart/2005/8/layout/chevron2"/>
    <dgm:cxn modelId="{43A5B568-852E-4A59-96A8-C62AB153C32B}" srcId="{D3D4F21E-4D86-48C9-82EE-98CB09CDC2D5}" destId="{AF9355A3-4D4B-43F1-A040-6FD8C02F6F2C}" srcOrd="0" destOrd="0" parTransId="{EC46994A-5CCD-4D92-AD06-3D3A664646CD}" sibTransId="{F07155A9-DEE0-4616-B933-E43124F9DD62}"/>
    <dgm:cxn modelId="{0BB2A74F-24A4-414D-9349-0B9586845A0E}" type="presOf" srcId="{9E02E3FC-A574-4D41-841E-E45C7A63A702}" destId="{B7753703-C6A2-46DF-8331-45CCC06039A6}" srcOrd="0" destOrd="0" presId="urn:microsoft.com/office/officeart/2005/8/layout/chevron2"/>
    <dgm:cxn modelId="{160FDB58-554F-48C9-8707-AC44EE3A218C}" type="presOf" srcId="{069844D1-C5CF-469D-BFD3-1558BA595F57}" destId="{B7753703-C6A2-46DF-8331-45CCC06039A6}" srcOrd="0" destOrd="1" presId="urn:microsoft.com/office/officeart/2005/8/layout/chevron2"/>
    <dgm:cxn modelId="{D8DE6783-FDE0-4033-9AE1-ACE2A0ADE605}" type="presOf" srcId="{37FCD990-0472-48EE-BA47-E180D0C711C8}" destId="{68577288-3054-44F8-86FB-A0B451AB83CC}" srcOrd="0" destOrd="0" presId="urn:microsoft.com/office/officeart/2005/8/layout/chevron2"/>
    <dgm:cxn modelId="{87C0B084-7115-4BBB-8F37-FB4EDBEC20E7}" srcId="{27878961-7A32-4C9B-9901-BFD34ABF795E}" destId="{BB3B5ED8-2845-46A2-811C-B9EF5E472DAF}" srcOrd="0" destOrd="0" parTransId="{194E4841-61CD-4D7C-8873-959E430D9D8F}" sibTransId="{53EC5FB6-1AF6-49CD-ACC1-F04A47CDF607}"/>
    <dgm:cxn modelId="{2E27B487-AA7D-4FA8-8FA7-892CFD435A83}" type="presOf" srcId="{5C66E132-127B-483A-848D-1B8D63D3245C}" destId="{0EE24074-74C5-43E7-900E-8A2D37E9FE0E}" srcOrd="0" destOrd="2" presId="urn:microsoft.com/office/officeart/2005/8/layout/chevron2"/>
    <dgm:cxn modelId="{CA2C0F88-2256-4180-87FE-707F57759958}" type="presOf" srcId="{DDC7FF80-9471-479F-AD45-FBFA658D22D5}" destId="{0EE24074-74C5-43E7-900E-8A2D37E9FE0E}" srcOrd="0" destOrd="1" presId="urn:microsoft.com/office/officeart/2005/8/layout/chevron2"/>
    <dgm:cxn modelId="{161D9B9D-C1E2-49DF-87FA-F2C191326E73}" srcId="{D4AF2D77-2CC4-4139-B2C6-C945E1ED1EF5}" destId="{D3D4F21E-4D86-48C9-82EE-98CB09CDC2D5}" srcOrd="0" destOrd="0" parTransId="{2A4EB8CD-AC9A-49F1-9CD6-A1D37517FD71}" sibTransId="{6452B224-3C4A-4395-BF4D-038F17AD8DBC}"/>
    <dgm:cxn modelId="{2603EDA6-64FF-4758-92A6-5D4545FD504E}" srcId="{37FCD990-0472-48EE-BA47-E180D0C711C8}" destId="{DEB77BC4-44CA-4744-87D5-B64E77E39E56}" srcOrd="2" destOrd="0" parTransId="{74A63288-CAAB-4E7D-A9E6-5F75190A764F}" sibTransId="{8D98A6E5-1A0C-407A-BDA2-598D321B7871}"/>
    <dgm:cxn modelId="{44D3AAB1-E358-4EEE-9A5B-78E9CA4593E4}" type="presOf" srcId="{AF9355A3-4D4B-43F1-A040-6FD8C02F6F2C}" destId="{408D06D9-DFFF-4533-BC1C-0378260C04BE}" srcOrd="0" destOrd="0" presId="urn:microsoft.com/office/officeart/2005/8/layout/chevron2"/>
    <dgm:cxn modelId="{8605EBBA-1E4E-4804-A98E-0029D8EE0F39}" type="presOf" srcId="{D4AF2D77-2CC4-4139-B2C6-C945E1ED1EF5}" destId="{57F6C0EA-6CA0-4EF4-819C-7A2671BE9781}" srcOrd="0" destOrd="0" presId="urn:microsoft.com/office/officeart/2005/8/layout/chevron2"/>
    <dgm:cxn modelId="{F7553ECB-6AD1-43BF-8BC6-53FF229EDC35}" type="presOf" srcId="{BB3B5ED8-2845-46A2-811C-B9EF5E472DAF}" destId="{0EE24074-74C5-43E7-900E-8A2D37E9FE0E}" srcOrd="0" destOrd="0" presId="urn:microsoft.com/office/officeart/2005/8/layout/chevron2"/>
    <dgm:cxn modelId="{C796A9CB-EF11-42A0-A3DE-5AF664675471}" srcId="{D4AF2D77-2CC4-4139-B2C6-C945E1ED1EF5}" destId="{37FCD990-0472-48EE-BA47-E180D0C711C8}" srcOrd="2" destOrd="0" parTransId="{4FAD395E-F19B-4104-A21E-127C4305DCF8}" sibTransId="{545F7CFA-7A50-47FA-9633-DA9198D9B431}"/>
    <dgm:cxn modelId="{BA32E8DE-DF3A-4E67-AADF-16D17F514E3E}" srcId="{27878961-7A32-4C9B-9901-BFD34ABF795E}" destId="{5C66E132-127B-483A-848D-1B8D63D3245C}" srcOrd="2" destOrd="0" parTransId="{683D36E3-BA8C-48E1-9AF3-69F3E04F6ED1}" sibTransId="{81BF532C-CDAE-474A-AEF0-AB181F236D68}"/>
    <dgm:cxn modelId="{645450E7-40B1-4080-9B1A-2A7736ADAC01}" srcId="{27878961-7A32-4C9B-9901-BFD34ABF795E}" destId="{DDC7FF80-9471-479F-AD45-FBFA658D22D5}" srcOrd="1" destOrd="0" parTransId="{E2B7D289-A060-4A1F-B4D6-623041A864FB}" sibTransId="{9A208D46-EB2B-49EA-A6E7-464556AD68C3}"/>
    <dgm:cxn modelId="{BEC23FE8-652A-4A6C-AEBF-27413A2FBF02}" srcId="{D3D4F21E-4D86-48C9-82EE-98CB09CDC2D5}" destId="{52511E42-9D78-4961-AB87-EF6904282BBF}" srcOrd="1" destOrd="0" parTransId="{13960057-C918-4BBB-9A1F-AC9B414FB751}" sibTransId="{67390BC9-7DEF-44C5-93F1-8B31F4F1EFCB}"/>
    <dgm:cxn modelId="{917832F8-B502-4C69-81D2-D1856792457A}" srcId="{37FCD990-0472-48EE-BA47-E180D0C711C8}" destId="{069844D1-C5CF-469D-BFD3-1558BA595F57}" srcOrd="1" destOrd="0" parTransId="{F6AFB8FD-3D2D-4432-BF78-4F7E8CB74633}" sibTransId="{A2C9C93D-CC56-4FE5-9A46-2682F0EBA179}"/>
    <dgm:cxn modelId="{97ADF60A-BE49-4EB9-A05E-8701D82026C0}" type="presParOf" srcId="{57F6C0EA-6CA0-4EF4-819C-7A2671BE9781}" destId="{9804F760-15AD-4271-A0A2-521C28F49798}" srcOrd="0" destOrd="0" presId="urn:microsoft.com/office/officeart/2005/8/layout/chevron2"/>
    <dgm:cxn modelId="{3B367A8E-9CE8-4FC7-AEAB-1BE7685D50E0}" type="presParOf" srcId="{9804F760-15AD-4271-A0A2-521C28F49798}" destId="{BD2766A5-705D-41EB-B20E-D843D3D1AD62}" srcOrd="0" destOrd="0" presId="urn:microsoft.com/office/officeart/2005/8/layout/chevron2"/>
    <dgm:cxn modelId="{292E0EBB-886D-473F-AF71-B36C6AE06EF7}" type="presParOf" srcId="{9804F760-15AD-4271-A0A2-521C28F49798}" destId="{408D06D9-DFFF-4533-BC1C-0378260C04BE}" srcOrd="1" destOrd="0" presId="urn:microsoft.com/office/officeart/2005/8/layout/chevron2"/>
    <dgm:cxn modelId="{A3B9A7C6-9D0A-48AC-8B5F-0AEE58CF85C8}" type="presParOf" srcId="{57F6C0EA-6CA0-4EF4-819C-7A2671BE9781}" destId="{E833BDC9-2EC0-4518-8F4D-D7E9AA40B3ED}" srcOrd="1" destOrd="0" presId="urn:microsoft.com/office/officeart/2005/8/layout/chevron2"/>
    <dgm:cxn modelId="{6601A5E0-3B9F-49E2-B866-4D5D42B650DE}" type="presParOf" srcId="{57F6C0EA-6CA0-4EF4-819C-7A2671BE9781}" destId="{5DB6D9FA-46E3-40B6-A499-D2A88A38CABD}" srcOrd="2" destOrd="0" presId="urn:microsoft.com/office/officeart/2005/8/layout/chevron2"/>
    <dgm:cxn modelId="{5545DE6B-B760-40E3-8051-98AB1A22AC8A}" type="presParOf" srcId="{5DB6D9FA-46E3-40B6-A499-D2A88A38CABD}" destId="{399A09A1-B9FE-43A2-A5E4-FF8D9A216055}" srcOrd="0" destOrd="0" presId="urn:microsoft.com/office/officeart/2005/8/layout/chevron2"/>
    <dgm:cxn modelId="{98CCE909-94F5-4D41-9939-D99BBDF0B3A0}" type="presParOf" srcId="{5DB6D9FA-46E3-40B6-A499-D2A88A38CABD}" destId="{0EE24074-74C5-43E7-900E-8A2D37E9FE0E}" srcOrd="1" destOrd="0" presId="urn:microsoft.com/office/officeart/2005/8/layout/chevron2"/>
    <dgm:cxn modelId="{D65EB749-F32E-476D-BD1A-E4802D081728}" type="presParOf" srcId="{57F6C0EA-6CA0-4EF4-819C-7A2671BE9781}" destId="{604B8972-8F24-458F-B71E-9BB23DDA4FA8}" srcOrd="3" destOrd="0" presId="urn:microsoft.com/office/officeart/2005/8/layout/chevron2"/>
    <dgm:cxn modelId="{150B5972-0906-47D5-B464-B97819D8D777}" type="presParOf" srcId="{57F6C0EA-6CA0-4EF4-819C-7A2671BE9781}" destId="{25B4A905-F3F0-4912-A153-37A3583AE2CF}" srcOrd="4" destOrd="0" presId="urn:microsoft.com/office/officeart/2005/8/layout/chevron2"/>
    <dgm:cxn modelId="{EF16FF24-9786-4F50-90DE-DD05D554DC2B}" type="presParOf" srcId="{25B4A905-F3F0-4912-A153-37A3583AE2CF}" destId="{68577288-3054-44F8-86FB-A0B451AB83CC}" srcOrd="0" destOrd="0" presId="urn:microsoft.com/office/officeart/2005/8/layout/chevron2"/>
    <dgm:cxn modelId="{68524C1E-2A8F-47E8-A165-60B38B8C4483}" type="presParOf" srcId="{25B4A905-F3F0-4912-A153-37A3583AE2CF}" destId="{B7753703-C6A2-46DF-8331-45CCC06039A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F6CA68-7560-419C-AAF5-D97409E427D4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80B1AB-E26E-456C-809D-3D87E110E0B8}">
      <dgm:prSet phldrT="[Text]"/>
      <dgm:spPr/>
      <dgm:t>
        <a:bodyPr/>
        <a:lstStyle/>
        <a:p>
          <a:r>
            <a:rPr lang="en-US" sz="3000" dirty="0">
              <a:solidFill>
                <a:srgbClr val="010000"/>
              </a:solidFill>
              <a:latin typeface="Trebuchet MS"/>
            </a:rPr>
            <a:t>Performance</a:t>
          </a:r>
        </a:p>
      </dgm:t>
    </dgm:pt>
    <dgm:pt modelId="{D77B1D4B-A078-4AF0-A8DE-6A4AB2A8FB03}" type="parTrans" cxnId="{7D6FE4D9-F6AE-4C9B-BC38-D9396430DFAA}">
      <dgm:prSet/>
      <dgm:spPr/>
      <dgm:t>
        <a:bodyPr/>
        <a:lstStyle/>
        <a:p>
          <a:endParaRPr lang="en-US"/>
        </a:p>
      </dgm:t>
    </dgm:pt>
    <dgm:pt modelId="{73425CF4-E5A2-48A9-9515-31A2DA456E72}" type="sibTrans" cxnId="{7D6FE4D9-F6AE-4C9B-BC38-D9396430DFAA}">
      <dgm:prSet/>
      <dgm:spPr/>
      <dgm:t>
        <a:bodyPr/>
        <a:lstStyle/>
        <a:p>
          <a:endParaRPr lang="en-US"/>
        </a:p>
      </dgm:t>
    </dgm:pt>
    <dgm:pt modelId="{7AC1D269-279C-41A0-A514-2A60138D66C6}">
      <dgm:prSet phldrT="[Text]"/>
      <dgm:spPr/>
      <dgm:t>
        <a:bodyPr/>
        <a:lstStyle/>
        <a:p>
          <a:r>
            <a:rPr lang="en-US" dirty="0"/>
            <a:t>Dramatic boosts possible</a:t>
          </a:r>
        </a:p>
      </dgm:t>
    </dgm:pt>
    <dgm:pt modelId="{B19A27AF-81D9-4F4C-B97C-482BE5DFAF5F}" type="parTrans" cxnId="{84D69C96-6D57-4435-A42E-D2DF9C5C7EFD}">
      <dgm:prSet/>
      <dgm:spPr/>
      <dgm:t>
        <a:bodyPr/>
        <a:lstStyle/>
        <a:p>
          <a:endParaRPr lang="en-US"/>
        </a:p>
      </dgm:t>
    </dgm:pt>
    <dgm:pt modelId="{0E7AEBF8-DE46-44A7-857C-CBC2AC5AA3E6}" type="sibTrans" cxnId="{84D69C96-6D57-4435-A42E-D2DF9C5C7EFD}">
      <dgm:prSet/>
      <dgm:spPr/>
      <dgm:t>
        <a:bodyPr/>
        <a:lstStyle/>
        <a:p>
          <a:endParaRPr lang="en-US"/>
        </a:p>
      </dgm:t>
    </dgm:pt>
    <dgm:pt modelId="{AB98637A-A280-4C63-87D9-1101D06EFEAD}">
      <dgm:prSet phldrT="[Text]"/>
      <dgm:spPr/>
      <dgm:t>
        <a:bodyPr/>
        <a:lstStyle/>
        <a:p>
          <a:r>
            <a:rPr lang="en-US" dirty="0"/>
            <a:t>Design/Test Effort</a:t>
          </a:r>
        </a:p>
      </dgm:t>
    </dgm:pt>
    <dgm:pt modelId="{B697DD29-6132-4D63-A89A-00437F9D0B51}" type="parTrans" cxnId="{08FBC970-CF75-46F0-AAFE-28010A9C3F28}">
      <dgm:prSet/>
      <dgm:spPr/>
      <dgm:t>
        <a:bodyPr/>
        <a:lstStyle/>
        <a:p>
          <a:endParaRPr lang="en-US"/>
        </a:p>
      </dgm:t>
    </dgm:pt>
    <dgm:pt modelId="{9F5E1CA9-2376-4F30-A57D-F5077754C1BE}" type="sibTrans" cxnId="{08FBC970-CF75-46F0-AAFE-28010A9C3F28}">
      <dgm:prSet/>
      <dgm:spPr/>
      <dgm:t>
        <a:bodyPr/>
        <a:lstStyle/>
        <a:p>
          <a:endParaRPr lang="en-US"/>
        </a:p>
      </dgm:t>
    </dgm:pt>
    <dgm:pt modelId="{562A8800-F1B3-4722-BE4A-6DF8DCCCF3BC}">
      <dgm:prSet phldrT="[Text]"/>
      <dgm:spPr/>
      <dgm:t>
        <a:bodyPr/>
        <a:lstStyle/>
        <a:p>
          <a:r>
            <a:rPr lang="en-US" dirty="0"/>
            <a:t>Offload to perf/parallel specialists</a:t>
          </a:r>
        </a:p>
      </dgm:t>
    </dgm:pt>
    <dgm:pt modelId="{345C9AD8-A5ED-40C0-8A6D-6041101E15D6}" type="parTrans" cxnId="{82C9AB3F-0BA7-4EF6-B5E3-E2188B3DF826}">
      <dgm:prSet/>
      <dgm:spPr/>
      <dgm:t>
        <a:bodyPr/>
        <a:lstStyle/>
        <a:p>
          <a:endParaRPr lang="en-US"/>
        </a:p>
      </dgm:t>
    </dgm:pt>
    <dgm:pt modelId="{996B7429-EC41-4C4D-B812-62ECA6F6DF96}" type="sibTrans" cxnId="{82C9AB3F-0BA7-4EF6-B5E3-E2188B3DF826}">
      <dgm:prSet/>
      <dgm:spPr/>
      <dgm:t>
        <a:bodyPr/>
        <a:lstStyle/>
        <a:p>
          <a:endParaRPr lang="en-US"/>
        </a:p>
      </dgm:t>
    </dgm:pt>
    <dgm:pt modelId="{574C32FE-D534-4833-895A-FE5486B0ADC3}">
      <dgm:prSet phldrT="[Text]"/>
      <dgm:spPr/>
      <dgm:t>
        <a:bodyPr/>
        <a:lstStyle/>
        <a:p>
          <a:r>
            <a:rPr lang="en-US" dirty="0"/>
            <a:t>Modular separation possible</a:t>
          </a:r>
        </a:p>
      </dgm:t>
    </dgm:pt>
    <dgm:pt modelId="{1F8FF623-2C7C-4D9E-B63E-AD4FAFFC3D57}" type="parTrans" cxnId="{3D1389AB-B13A-4DA4-996A-94CE9F6D46A5}">
      <dgm:prSet/>
      <dgm:spPr/>
      <dgm:t>
        <a:bodyPr/>
        <a:lstStyle/>
        <a:p>
          <a:endParaRPr lang="en-US"/>
        </a:p>
      </dgm:t>
    </dgm:pt>
    <dgm:pt modelId="{C4906BF6-27C1-40CD-B03B-A2AA144661E6}" type="sibTrans" cxnId="{3D1389AB-B13A-4DA4-996A-94CE9F6D46A5}">
      <dgm:prSet/>
      <dgm:spPr/>
      <dgm:t>
        <a:bodyPr/>
        <a:lstStyle/>
        <a:p>
          <a:endParaRPr lang="en-US"/>
        </a:p>
      </dgm:t>
    </dgm:pt>
    <dgm:pt modelId="{5EC3D55C-D55B-4AA6-9B40-BCA4A7647596}">
      <dgm:prSet phldrT="[Text]"/>
      <dgm:spPr/>
      <dgm:t>
        <a:bodyPr/>
        <a:lstStyle/>
        <a:p>
          <a:r>
            <a:rPr lang="en-US" dirty="0"/>
            <a:t>CPU offload/parallelism </a:t>
          </a:r>
        </a:p>
      </dgm:t>
    </dgm:pt>
    <dgm:pt modelId="{EDE920D1-3524-493B-B51E-E114FA5BD5C6}" type="parTrans" cxnId="{1CD96B7C-8179-45C1-BA89-6E8D75BAB92B}">
      <dgm:prSet/>
      <dgm:spPr/>
    </dgm:pt>
    <dgm:pt modelId="{7EE1F0AF-C261-4D51-A7AD-26F9A404334C}" type="sibTrans" cxnId="{1CD96B7C-8179-45C1-BA89-6E8D75BAB92B}">
      <dgm:prSet/>
      <dgm:spPr/>
    </dgm:pt>
    <dgm:pt modelId="{95E52781-F002-40DD-BADC-C2BF13470F99}" type="pres">
      <dgm:prSet presAssocID="{7FF6CA68-7560-419C-AAF5-D97409E427D4}" presName="linearFlow" presStyleCnt="0">
        <dgm:presLayoutVars>
          <dgm:dir val="rev"/>
          <dgm:animLvl val="lvl"/>
          <dgm:resizeHandles val="exact"/>
        </dgm:presLayoutVars>
      </dgm:prSet>
      <dgm:spPr/>
    </dgm:pt>
    <dgm:pt modelId="{7D0AEDEF-3573-44C2-9F1E-FE887F60B3D6}" type="pres">
      <dgm:prSet presAssocID="{0680B1AB-E26E-456C-809D-3D87E110E0B8}" presName="composite" presStyleCnt="0"/>
      <dgm:spPr/>
    </dgm:pt>
    <dgm:pt modelId="{98C1D45B-B1F1-42FC-B331-C00EBE623348}" type="pres">
      <dgm:prSet presAssocID="{0680B1AB-E26E-456C-809D-3D87E110E0B8}" presName="parentText" presStyleLbl="alignNode1" presStyleIdx="0" presStyleCnt="2">
        <dgm:presLayoutVars>
          <dgm:chMax val="1"/>
          <dgm:bulletEnabled val="1"/>
        </dgm:presLayoutVars>
      </dgm:prSet>
      <dgm:spPr/>
    </dgm:pt>
    <dgm:pt modelId="{5D250F96-0FE1-48D3-8899-7E5FE5B53E16}" type="pres">
      <dgm:prSet presAssocID="{0680B1AB-E26E-456C-809D-3D87E110E0B8}" presName="descendantText" presStyleLbl="alignAcc1" presStyleIdx="0" presStyleCnt="2">
        <dgm:presLayoutVars>
          <dgm:bulletEnabled val="1"/>
        </dgm:presLayoutVars>
      </dgm:prSet>
      <dgm:spPr/>
    </dgm:pt>
    <dgm:pt modelId="{80608E2D-20A9-4243-BE73-11A127E4FB4F}" type="pres">
      <dgm:prSet presAssocID="{73425CF4-E5A2-48A9-9515-31A2DA456E72}" presName="sp" presStyleCnt="0"/>
      <dgm:spPr/>
    </dgm:pt>
    <dgm:pt modelId="{75DA6F22-9ECA-46EE-86C8-2491D3DEC87B}" type="pres">
      <dgm:prSet presAssocID="{AB98637A-A280-4C63-87D9-1101D06EFEAD}" presName="composite" presStyleCnt="0"/>
      <dgm:spPr/>
    </dgm:pt>
    <dgm:pt modelId="{B68BD994-3F14-4BD6-AEDE-7BC68D25B4DB}" type="pres">
      <dgm:prSet presAssocID="{AB98637A-A280-4C63-87D9-1101D06EFEAD}" presName="parentText" presStyleLbl="alignNode1" presStyleIdx="1" presStyleCnt="2">
        <dgm:presLayoutVars>
          <dgm:chMax val="1"/>
          <dgm:bulletEnabled val="1"/>
        </dgm:presLayoutVars>
      </dgm:prSet>
      <dgm:spPr/>
    </dgm:pt>
    <dgm:pt modelId="{FB7DECD7-5F1F-4151-8B23-C263519EAD83}" type="pres">
      <dgm:prSet presAssocID="{AB98637A-A280-4C63-87D9-1101D06EFEAD}" presName="descendantText" presStyleLbl="alignAcc1" presStyleIdx="1" presStyleCnt="2">
        <dgm:presLayoutVars>
          <dgm:bulletEnabled val="1"/>
        </dgm:presLayoutVars>
      </dgm:prSet>
      <dgm:spPr/>
    </dgm:pt>
  </dgm:ptLst>
  <dgm:cxnLst>
    <dgm:cxn modelId="{A5DF8E26-BD71-4368-B6AC-8ED34A00DA0F}" type="presOf" srcId="{7AC1D269-279C-41A0-A514-2A60138D66C6}" destId="{5D250F96-0FE1-48D3-8899-7E5FE5B53E16}" srcOrd="0" destOrd="0" presId="urn:microsoft.com/office/officeart/2005/8/layout/chevron2"/>
    <dgm:cxn modelId="{BDA61B29-B170-4E31-AA73-617776C83181}" type="presOf" srcId="{562A8800-F1B3-4722-BE4A-6DF8DCCCF3BC}" destId="{FB7DECD7-5F1F-4151-8B23-C263519EAD83}" srcOrd="0" destOrd="0" presId="urn:microsoft.com/office/officeart/2005/8/layout/chevron2"/>
    <dgm:cxn modelId="{82C9AB3F-0BA7-4EF6-B5E3-E2188B3DF826}" srcId="{AB98637A-A280-4C63-87D9-1101D06EFEAD}" destId="{562A8800-F1B3-4722-BE4A-6DF8DCCCF3BC}" srcOrd="0" destOrd="0" parTransId="{345C9AD8-A5ED-40C0-8A6D-6041101E15D6}" sibTransId="{996B7429-EC41-4C4D-B812-62ECA6F6DF96}"/>
    <dgm:cxn modelId="{77D7054E-85EA-41BD-9F2D-8B52616A719A}" type="presOf" srcId="{574C32FE-D534-4833-895A-FE5486B0ADC3}" destId="{FB7DECD7-5F1F-4151-8B23-C263519EAD83}" srcOrd="0" destOrd="1" presId="urn:microsoft.com/office/officeart/2005/8/layout/chevron2"/>
    <dgm:cxn modelId="{08FBC970-CF75-46F0-AAFE-28010A9C3F28}" srcId="{7FF6CA68-7560-419C-AAF5-D97409E427D4}" destId="{AB98637A-A280-4C63-87D9-1101D06EFEAD}" srcOrd="1" destOrd="0" parTransId="{B697DD29-6132-4D63-A89A-00437F9D0B51}" sibTransId="{9F5E1CA9-2376-4F30-A57D-F5077754C1BE}"/>
    <dgm:cxn modelId="{1CD96B7C-8179-45C1-BA89-6E8D75BAB92B}" srcId="{0680B1AB-E26E-456C-809D-3D87E110E0B8}" destId="{5EC3D55C-D55B-4AA6-9B40-BCA4A7647596}" srcOrd="1" destOrd="0" parTransId="{EDE920D1-3524-493B-B51E-E114FA5BD5C6}" sibTransId="{7EE1F0AF-C261-4D51-A7AD-26F9A404334C}"/>
    <dgm:cxn modelId="{58FE0395-DE21-4037-94AD-48628FDB3F79}" type="presOf" srcId="{7FF6CA68-7560-419C-AAF5-D97409E427D4}" destId="{95E52781-F002-40DD-BADC-C2BF13470F99}" srcOrd="0" destOrd="0" presId="urn:microsoft.com/office/officeart/2005/8/layout/chevron2"/>
    <dgm:cxn modelId="{84D69C96-6D57-4435-A42E-D2DF9C5C7EFD}" srcId="{0680B1AB-E26E-456C-809D-3D87E110E0B8}" destId="{7AC1D269-279C-41A0-A514-2A60138D66C6}" srcOrd="0" destOrd="0" parTransId="{B19A27AF-81D9-4F4C-B97C-482BE5DFAF5F}" sibTransId="{0E7AEBF8-DE46-44A7-857C-CBC2AC5AA3E6}"/>
    <dgm:cxn modelId="{97DD0BA5-22F3-4E33-B4BC-C66AEC9BA794}" type="presOf" srcId="{5EC3D55C-D55B-4AA6-9B40-BCA4A7647596}" destId="{5D250F96-0FE1-48D3-8899-7E5FE5B53E16}" srcOrd="0" destOrd="1" presId="urn:microsoft.com/office/officeart/2005/8/layout/chevron2"/>
    <dgm:cxn modelId="{3D1389AB-B13A-4DA4-996A-94CE9F6D46A5}" srcId="{AB98637A-A280-4C63-87D9-1101D06EFEAD}" destId="{574C32FE-D534-4833-895A-FE5486B0ADC3}" srcOrd="1" destOrd="0" parTransId="{1F8FF623-2C7C-4D9E-B63E-AD4FAFFC3D57}" sibTransId="{C4906BF6-27C1-40CD-B03B-A2AA144661E6}"/>
    <dgm:cxn modelId="{7BD7DBBF-AFE5-42BE-A0A1-57A96B192A64}" type="presOf" srcId="{AB98637A-A280-4C63-87D9-1101D06EFEAD}" destId="{B68BD994-3F14-4BD6-AEDE-7BC68D25B4DB}" srcOrd="0" destOrd="0" presId="urn:microsoft.com/office/officeart/2005/8/layout/chevron2"/>
    <dgm:cxn modelId="{7D6FE4D9-F6AE-4C9B-BC38-D9396430DFAA}" srcId="{7FF6CA68-7560-419C-AAF5-D97409E427D4}" destId="{0680B1AB-E26E-456C-809D-3D87E110E0B8}" srcOrd="0" destOrd="0" parTransId="{D77B1D4B-A078-4AF0-A8DE-6A4AB2A8FB03}" sibTransId="{73425CF4-E5A2-48A9-9515-31A2DA456E72}"/>
    <dgm:cxn modelId="{1B5A60E8-184D-4CDF-B7DD-0BBD42B38DAE}" type="presOf" srcId="{0680B1AB-E26E-456C-809D-3D87E110E0B8}" destId="{98C1D45B-B1F1-42FC-B331-C00EBE623348}" srcOrd="0" destOrd="0" presId="urn:microsoft.com/office/officeart/2005/8/layout/chevron2"/>
    <dgm:cxn modelId="{AB970E79-399E-4B74-8634-5B49A27FC983}" type="presParOf" srcId="{95E52781-F002-40DD-BADC-C2BF13470F99}" destId="{7D0AEDEF-3573-44C2-9F1E-FE887F60B3D6}" srcOrd="0" destOrd="0" presId="urn:microsoft.com/office/officeart/2005/8/layout/chevron2"/>
    <dgm:cxn modelId="{3DC905A4-6A73-4048-899D-9023EF4C2FAF}" type="presParOf" srcId="{7D0AEDEF-3573-44C2-9F1E-FE887F60B3D6}" destId="{98C1D45B-B1F1-42FC-B331-C00EBE623348}" srcOrd="0" destOrd="0" presId="urn:microsoft.com/office/officeart/2005/8/layout/chevron2"/>
    <dgm:cxn modelId="{B39DFC8D-0E60-4F23-916B-7FD52E55DB5C}" type="presParOf" srcId="{7D0AEDEF-3573-44C2-9F1E-FE887F60B3D6}" destId="{5D250F96-0FE1-48D3-8899-7E5FE5B53E16}" srcOrd="1" destOrd="0" presId="urn:microsoft.com/office/officeart/2005/8/layout/chevron2"/>
    <dgm:cxn modelId="{A43DA505-27AD-4FC6-9F1C-28346FCD29EF}" type="presParOf" srcId="{95E52781-F002-40DD-BADC-C2BF13470F99}" destId="{80608E2D-20A9-4243-BE73-11A127E4FB4F}" srcOrd="1" destOrd="0" presId="urn:microsoft.com/office/officeart/2005/8/layout/chevron2"/>
    <dgm:cxn modelId="{E433FC2E-B853-4E20-B541-5C3E7A3AAA73}" type="presParOf" srcId="{95E52781-F002-40DD-BADC-C2BF13470F99}" destId="{75DA6F22-9ECA-46EE-86C8-2491D3DEC87B}" srcOrd="2" destOrd="0" presId="urn:microsoft.com/office/officeart/2005/8/layout/chevron2"/>
    <dgm:cxn modelId="{A9D19F5E-D42E-4070-923D-153DAB64B7A4}" type="presParOf" srcId="{75DA6F22-9ECA-46EE-86C8-2491D3DEC87B}" destId="{B68BD994-3F14-4BD6-AEDE-7BC68D25B4DB}" srcOrd="0" destOrd="0" presId="urn:microsoft.com/office/officeart/2005/8/layout/chevron2"/>
    <dgm:cxn modelId="{18482542-A5E1-4E71-8239-44B998CCBA65}" type="presParOf" srcId="{75DA6F22-9ECA-46EE-86C8-2491D3DEC87B}" destId="{FB7DECD7-5F1F-4151-8B23-C263519EAD83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2766A5-705D-41EB-B20E-D843D3D1AD62}">
      <dsp:nvSpPr>
        <dsp:cNvPr id="0" name=""/>
        <dsp:cNvSpPr/>
      </dsp:nvSpPr>
      <dsp:spPr>
        <a:xfrm rot="5400000">
          <a:off x="-183737" y="185053"/>
          <a:ext cx="1224915" cy="85744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Convenience</a:t>
          </a:r>
        </a:p>
      </dsp:txBody>
      <dsp:txXfrm rot="-5400000">
        <a:off x="1" y="430037"/>
        <a:ext cx="857441" cy="367474"/>
      </dsp:txXfrm>
    </dsp:sp>
    <dsp:sp modelId="{408D06D9-DFFF-4533-BC1C-0378260C04BE}">
      <dsp:nvSpPr>
        <dsp:cNvPr id="0" name=""/>
        <dsp:cNvSpPr/>
      </dsp:nvSpPr>
      <dsp:spPr>
        <a:xfrm rot="5400000">
          <a:off x="2122947" y="-1264190"/>
          <a:ext cx="796195" cy="33272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Existing Company-X codebase/libraries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Rapid &amp; familiar development "flow"</a:t>
          </a:r>
        </a:p>
      </dsp:txBody>
      <dsp:txXfrm rot="-5400000">
        <a:off x="857441" y="40183"/>
        <a:ext cx="3288341" cy="718461"/>
      </dsp:txXfrm>
    </dsp:sp>
    <dsp:sp modelId="{399A09A1-B9FE-43A2-A5E4-FF8D9A216055}">
      <dsp:nvSpPr>
        <dsp:cNvPr id="0" name=""/>
        <dsp:cNvSpPr/>
      </dsp:nvSpPr>
      <dsp:spPr>
        <a:xfrm rot="5400000">
          <a:off x="-183737" y="1223866"/>
          <a:ext cx="1224915" cy="85744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Optimization Impacts</a:t>
          </a:r>
        </a:p>
      </dsp:txBody>
      <dsp:txXfrm rot="-5400000">
        <a:off x="1" y="1468850"/>
        <a:ext cx="857441" cy="367474"/>
      </dsp:txXfrm>
    </dsp:sp>
    <dsp:sp modelId="{0EE24074-74C5-43E7-900E-8A2D37E9FE0E}">
      <dsp:nvSpPr>
        <dsp:cNvPr id="0" name=""/>
        <dsp:cNvSpPr/>
      </dsp:nvSpPr>
      <dsp:spPr>
        <a:xfrm rot="5400000">
          <a:off x="2122947" y="-225377"/>
          <a:ext cx="796195" cy="33272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Non-intuitive/fragile code tricks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Distract from primary focus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Complicate validation tests</a:t>
          </a:r>
        </a:p>
      </dsp:txBody>
      <dsp:txXfrm rot="-5400000">
        <a:off x="857441" y="1078996"/>
        <a:ext cx="3288341" cy="718461"/>
      </dsp:txXfrm>
    </dsp:sp>
    <dsp:sp modelId="{68577288-3054-44F8-86FB-A0B451AB83CC}">
      <dsp:nvSpPr>
        <dsp:cNvPr id="0" name=""/>
        <dsp:cNvSpPr/>
      </dsp:nvSpPr>
      <dsp:spPr>
        <a:xfrm rot="5400000">
          <a:off x="-183737" y="2262680"/>
          <a:ext cx="1224915" cy="85744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Timeslicing</a:t>
          </a:r>
          <a:r>
            <a:rPr lang="en-US" sz="900" kern="1200" dirty="0"/>
            <a:t> to address Latency</a:t>
          </a:r>
        </a:p>
      </dsp:txBody>
      <dsp:txXfrm rot="-5400000">
        <a:off x="1" y="2507664"/>
        <a:ext cx="857441" cy="367474"/>
      </dsp:txXfrm>
    </dsp:sp>
    <dsp:sp modelId="{B7753703-C6A2-46DF-8331-45CCC06039A6}">
      <dsp:nvSpPr>
        <dsp:cNvPr id="0" name=""/>
        <dsp:cNvSpPr/>
      </dsp:nvSpPr>
      <dsp:spPr>
        <a:xfrm rot="5400000">
          <a:off x="2122947" y="813436"/>
          <a:ext cx="796195" cy="33272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Inherently complex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Overhead (context switching)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Difficult to guarantee (non RTOS)</a:t>
          </a:r>
        </a:p>
      </dsp:txBody>
      <dsp:txXfrm rot="-5400000">
        <a:off x="857441" y="2117810"/>
        <a:ext cx="3288341" cy="7184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C1D45B-B1F1-42FC-B331-C00EBE623348}">
      <dsp:nvSpPr>
        <dsp:cNvPr id="0" name=""/>
        <dsp:cNvSpPr/>
      </dsp:nvSpPr>
      <dsp:spPr>
        <a:xfrm rot="5400000">
          <a:off x="2666308" y="268548"/>
          <a:ext cx="1788151" cy="125170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rgbClr val="010000"/>
              </a:solidFill>
              <a:latin typeface="Trebuchet MS"/>
            </a:rPr>
            <a:t>Performance</a:t>
          </a:r>
        </a:p>
      </dsp:txBody>
      <dsp:txXfrm rot="-5400000">
        <a:off x="2934532" y="626178"/>
        <a:ext cx="1251705" cy="536446"/>
      </dsp:txXfrm>
    </dsp:sp>
    <dsp:sp modelId="{5D250F96-0FE1-48D3-8899-7E5FE5B53E16}">
      <dsp:nvSpPr>
        <dsp:cNvPr id="0" name=""/>
        <dsp:cNvSpPr/>
      </dsp:nvSpPr>
      <dsp:spPr>
        <a:xfrm rot="16200000">
          <a:off x="886116" y="-885791"/>
          <a:ext cx="1162298" cy="293453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28016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Dramatic boosts possible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CPU offload/parallelism </a:t>
          </a:r>
        </a:p>
      </dsp:txBody>
      <dsp:txXfrm rot="5400000">
        <a:off x="56739" y="57064"/>
        <a:ext cx="2877792" cy="1048820"/>
      </dsp:txXfrm>
    </dsp:sp>
    <dsp:sp modelId="{B68BD994-3F14-4BD6-AEDE-7BC68D25B4DB}">
      <dsp:nvSpPr>
        <dsp:cNvPr id="0" name=""/>
        <dsp:cNvSpPr/>
      </dsp:nvSpPr>
      <dsp:spPr>
        <a:xfrm rot="5400000">
          <a:off x="2666308" y="1784921"/>
          <a:ext cx="1788151" cy="125170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Design/Test Effort</a:t>
          </a:r>
        </a:p>
      </dsp:txBody>
      <dsp:txXfrm rot="-5400000">
        <a:off x="2934532" y="2142551"/>
        <a:ext cx="1251705" cy="536446"/>
      </dsp:txXfrm>
    </dsp:sp>
    <dsp:sp modelId="{FB7DECD7-5F1F-4151-8B23-C263519EAD83}">
      <dsp:nvSpPr>
        <dsp:cNvPr id="0" name=""/>
        <dsp:cNvSpPr/>
      </dsp:nvSpPr>
      <dsp:spPr>
        <a:xfrm rot="16200000">
          <a:off x="886116" y="630581"/>
          <a:ext cx="1162298" cy="293453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28016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Offload to perf/parallel specialists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Modular separation possible</a:t>
          </a:r>
        </a:p>
      </dsp:txBody>
      <dsp:txXfrm rot="5400000">
        <a:off x="56739" y="1573437"/>
        <a:ext cx="2877792" cy="10488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D80B4F-734E-43B8-A84E-2195C9E84B84}" type="datetimeFigureOut">
              <a:rPr lang="en-US"/>
              <a:t>11/15/2024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9AE6A0-D4DD-4879-A033-351501BD080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321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Reaching limits of Software-only design...</a:t>
            </a:r>
          </a:p>
          <a:p>
            <a:r>
              <a:rPr lang="en-US" dirty="0"/>
              <a:t>  Brute-force effort (increase CPU speed):</a:t>
            </a:r>
          </a:p>
          <a:p>
            <a:r>
              <a:rPr lang="en-US" dirty="0"/>
              <a:t>    Capped by part cost, cascades to support hardware &amp; revalidation, power consumption</a:t>
            </a:r>
          </a:p>
          <a:p>
            <a:r>
              <a:rPr lang="en-US" dirty="0"/>
              <a:t>  Multi-core CPU:</a:t>
            </a:r>
          </a:p>
          <a:p>
            <a:r>
              <a:rPr lang="en-US" dirty="0"/>
              <a:t>    Shared bottlenecks remain: memory/cache/bus</a:t>
            </a:r>
          </a:p>
          <a:p>
            <a:r>
              <a:rPr lang="en-US" dirty="0"/>
              <a:t>    Cache contention/fouling almost inevitable</a:t>
            </a:r>
          </a:p>
          <a:p>
            <a:r>
              <a:rPr lang="en-US" dirty="0"/>
              <a:t>    Generalized CPU cores not optimized for our specific bottlenecks</a:t>
            </a:r>
          </a:p>
          <a:p>
            <a:endParaRPr lang="en-US" dirty="0"/>
          </a:p>
          <a:p>
            <a:r>
              <a:rPr lang="en-US" dirty="0"/>
              <a:t>Key bottlenecks or impediments:</a:t>
            </a:r>
          </a:p>
          <a:p>
            <a:r>
              <a:rPr lang="en-US" dirty="0"/>
              <a:t>    CPU wasted on trivial or unsuited activities</a:t>
            </a:r>
          </a:p>
          <a:p>
            <a:r>
              <a:rPr lang="en-US" dirty="0"/>
              <a:t>    Needless fouling of I-cache &amp; D-cache</a:t>
            </a:r>
          </a:p>
          <a:p>
            <a:r>
              <a:rPr lang="en-US" dirty="0">
                <a:solidFill>
                  <a:srgbClr val="FFFFFF"/>
                </a:solidFill>
              </a:rPr>
              <a:t>    Memory &amp; cache contention</a:t>
            </a:r>
          </a:p>
          <a:p>
            <a:endParaRPr lang="en-US" dirty="0"/>
          </a:p>
          <a:p>
            <a:r>
              <a:rPr lang="en-US" dirty="0"/>
              <a:t>Target approach:</a:t>
            </a:r>
          </a:p>
          <a:p>
            <a:r>
              <a:rPr lang="en-US" dirty="0"/>
              <a:t>    Establish convenient border between CPU &amp; coprocessor.</a:t>
            </a:r>
          </a:p>
          <a:p>
            <a:r>
              <a:rPr lang="en-US" dirty="0"/>
              <a:t>    </a:t>
            </a:r>
          </a:p>
          <a:p>
            <a:r>
              <a:rPr lang="en-US" dirty="0"/>
              <a:t>    Separate (write-only) GPU memory!</a:t>
            </a:r>
          </a:p>
          <a:p>
            <a:r>
              <a:rPr lang="en-US" dirty="0"/>
              <a:t>       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AE6A0-D4DD-4879-A033-351501BD080B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418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5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338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332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428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362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154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767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154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448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929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7815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4544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03132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930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4549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668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A7AC5-6045-4418-8E60-F48788734473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885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C16C40-7C29-4ACC-B851-7E08E459B59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D733AE-DD5E-4C77-8BCD-72BF12A06BB1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1DE90A4-932E-4370-BA07-30F43254C01B}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A19CA4A-B208-452A-8BE4-BC6940D33D40}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B74F8D3E-E618-4DE3-A0CC-B4904BB5D5AB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299DA406-C54B-4E31-867D-FAF8DCE7045F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1E16883-5140-47C4-A9AD-AD6598AC3EE6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4CD848DC-8A2A-4093-9BDD-7AF4B6A27814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34635A4D-E9CE-4B78-912A-479EA4512B14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D663A5EE-5581-44F3-8F98-688755F63EA2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1E84E6A-F5AE-4F4D-98F2-82FE4FCC2656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DDE7DDC9-17D4-4686-833D-48F8733B49EE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863" y="1306129"/>
            <a:ext cx="8596312" cy="133638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Video Acceleration</a:t>
            </a:r>
            <a:br>
              <a:rPr lang="en-US" dirty="0">
                <a:solidFill>
                  <a:schemeClr val="tx1"/>
                </a:solidFill>
                <a:latin typeface="+mj-ea"/>
                <a:cs typeface="+mj-ea"/>
              </a:rPr>
            </a:br>
            <a:r>
              <a:rPr lang="en-US" sz="3200" dirty="0"/>
              <a:t>via</a:t>
            </a:r>
            <a:r>
              <a:rPr lang="en-US" sz="4000" dirty="0"/>
              <a:t> Graphics </a:t>
            </a:r>
            <a:r>
              <a:rPr lang="en-US" sz="4000" dirty="0" err="1"/>
              <a:t>CoProcessor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677863" y="3259138"/>
            <a:ext cx="8596312" cy="2953175"/>
          </a:xfrm>
        </p:spPr>
        <p:txBody>
          <a:bodyPr>
            <a:normAutofit/>
          </a:bodyPr>
          <a:lstStyle/>
          <a:p>
            <a:r>
              <a:rPr lang="en-US" dirty="0"/>
              <a:t>CS150 – Spring 2012?</a:t>
            </a:r>
          </a:p>
          <a:p>
            <a:r>
              <a:rPr lang="en-US" dirty="0"/>
              <a:t>Erik Rogers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A9D819C-32DF-4DCB-88D0-573F34B08684}"/>
              </a:ext>
            </a:extLst>
          </p:cNvPr>
          <p:cNvSpPr txBox="1">
            <a:spLocks/>
          </p:cNvSpPr>
          <p:nvPr/>
        </p:nvSpPr>
        <p:spPr>
          <a:xfrm>
            <a:off x="677863" y="442595"/>
            <a:ext cx="8596312" cy="5936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/>
              <a:t>Golden Bear Circuits</a:t>
            </a:r>
            <a:endParaRPr lang="en-US" sz="2800" i="1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08787F71-55C9-4BB7-B3C0-E3F953BA92F2}"/>
              </a:ext>
            </a:extLst>
          </p:cNvPr>
          <p:cNvSpPr txBox="1">
            <a:spLocks/>
          </p:cNvSpPr>
          <p:nvPr/>
        </p:nvSpPr>
        <p:spPr>
          <a:xfrm>
            <a:off x="3610844" y="442595"/>
            <a:ext cx="5670439" cy="5937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r>
              <a:rPr lang="en-US" sz="2800" i="1" dirty="0">
                <a:latin typeface="Trebuchet MS"/>
                <a:cs typeface="+mj-ea"/>
              </a:rPr>
              <a:t>Company X</a:t>
            </a:r>
            <a:endParaRPr lang="en-US" sz="2800" i="1" dirty="0"/>
          </a:p>
        </p:txBody>
      </p:sp>
      <p:sp>
        <p:nvSpPr>
          <p:cNvPr id="5" name="Lightning Bolt 4">
            <a:extLst>
              <a:ext uri="{FF2B5EF4-FFF2-40B4-BE49-F238E27FC236}">
                <a16:creationId xmlns:a16="http://schemas.microsoft.com/office/drawing/2014/main" id="{F841B226-D0CB-48DC-AADF-7F74F915831B}"/>
              </a:ext>
            </a:extLst>
          </p:cNvPr>
          <p:cNvSpPr/>
          <p:nvPr/>
        </p:nvSpPr>
        <p:spPr>
          <a:xfrm>
            <a:off x="828675" y="1665563"/>
            <a:ext cx="620265" cy="615596"/>
          </a:xfrm>
          <a:prstGeom prst="lightningBolt">
            <a:avLst/>
          </a:prstGeom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ightning Bolt 22">
            <a:extLst>
              <a:ext uri="{FF2B5EF4-FFF2-40B4-BE49-F238E27FC236}">
                <a16:creationId xmlns:a16="http://schemas.microsoft.com/office/drawing/2014/main" id="{A3DD4268-8C77-4011-975A-7453053934C8}"/>
              </a:ext>
            </a:extLst>
          </p:cNvPr>
          <p:cNvSpPr/>
          <p:nvPr/>
        </p:nvSpPr>
        <p:spPr>
          <a:xfrm>
            <a:off x="8505825" y="1665563"/>
            <a:ext cx="620265" cy="615596"/>
          </a:xfrm>
          <a:prstGeom prst="lightningBolt">
            <a:avLst/>
          </a:prstGeom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0825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D91A7-2115-464E-90E1-D04FF70E7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Hardware  .v.  Software Tradeoffs</a:t>
            </a:r>
            <a:br>
              <a:rPr lang="en-US" dirty="0">
                <a:solidFill>
                  <a:schemeClr val="tx1"/>
                </a:solidFill>
                <a:latin typeface="+mj-ea"/>
                <a:cs typeface="+mj-ea"/>
              </a:rPr>
            </a:br>
            <a:r>
              <a:rPr lang="en-US" sz="2800" dirty="0"/>
              <a:t>± General trends &amp; impact on design ±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D6FDD4-DB43-4B44-9047-00A4FDC18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Software...</a:t>
            </a:r>
          </a:p>
        </p:txBody>
      </p:sp>
      <p:graphicFrame>
        <p:nvGraphicFramePr>
          <p:cNvPr id="11" name="Diagram 11">
            <a:extLst>
              <a:ext uri="{FF2B5EF4-FFF2-40B4-BE49-F238E27FC236}">
                <a16:creationId xmlns:a16="http://schemas.microsoft.com/office/drawing/2014/main" id="{E9A24B9A-003A-4456-AAB3-3FC0CEE5FE2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77838949"/>
              </p:ext>
            </p:extLst>
          </p:nvPr>
        </p:nvGraphicFramePr>
        <p:xfrm>
          <a:off x="676275" y="2736850"/>
          <a:ext cx="4184650" cy="3305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2F5E11-3F8C-42AB-8545-1ACC988724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Hardware...</a:t>
            </a:r>
          </a:p>
        </p:txBody>
      </p:sp>
      <p:graphicFrame>
        <p:nvGraphicFramePr>
          <p:cNvPr id="7" name="Diagram 7">
            <a:extLst>
              <a:ext uri="{FF2B5EF4-FFF2-40B4-BE49-F238E27FC236}">
                <a16:creationId xmlns:a16="http://schemas.microsoft.com/office/drawing/2014/main" id="{0442275A-1302-49BD-924E-02FADD37BA4F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303377868"/>
              </p:ext>
            </p:extLst>
          </p:nvPr>
        </p:nvGraphicFramePr>
        <p:xfrm>
          <a:off x="5087938" y="2736850"/>
          <a:ext cx="4186237" cy="3305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54578718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211</Words>
  <Application>Microsoft Office PowerPoint</Application>
  <PresentationFormat>Widescreen</PresentationFormat>
  <Paragraphs>44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Trebuchet MS</vt:lpstr>
      <vt:lpstr>Wingdings 3</vt:lpstr>
      <vt:lpstr>Facet</vt:lpstr>
      <vt:lpstr>Video Acceleration via Graphics CoProcessor</vt:lpstr>
      <vt:lpstr>Hardware  .v.  Software Tradeoffs ± General trends &amp; impact on design 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Acceleration via Graphics CoProcessor</dc:title>
  <dc:creator/>
  <cp:lastModifiedBy>mS Mm</cp:lastModifiedBy>
  <cp:revision>5</cp:revision>
  <dcterms:created xsi:type="dcterms:W3CDTF">2012-07-27T01:16:44Z</dcterms:created>
  <dcterms:modified xsi:type="dcterms:W3CDTF">2024-11-15T20:55:53Z</dcterms:modified>
</cp:coreProperties>
</file>